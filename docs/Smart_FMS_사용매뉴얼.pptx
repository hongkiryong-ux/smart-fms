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003D7A"/>
                </a:solidFill>
                <a:latin typeface="맑은 고딕"/>
              </a:rPr>
              <a:t>Smart FMS
사용자 매뉴얼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9184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22222"/>
                </a:solidFill>
                <a:latin typeface="맑은 고딕"/>
              </a:rPr>
              <a:t>POSCO WIDE 스마트 시설관리 플랫폼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Facility Management System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예방점검 · 정비(CMMS) · 점검일지 · QR 현장운영 · AI 분석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POSCO WIDE Smart FMS  ·  2026.09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01  시스템 개요 · 로그인 · 역할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02  메뉴 구성 · 권한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03  Dashboard · 사업장/건물/설비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04  점검(PM) · 점검일지1 · 점검일지2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05  정비 프로세스 (정비섹션 · D-1 · 시설섹션)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06  자재 · 협력사 · 위험성평가 · 가로등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07  AI 분석 · 서버관리 · QR URL 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01  시스템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Smart FMS는 사업장·건물·설비 기준정보, 예방점검(PM),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점검일지(엑셀·웹), 정비의뢰·D-1·작업허가, 자재·협력사,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위험성평가, AI 분석, 가로등 QR 의뢰를 하나의 웹에서 운영합니다.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PC 브라우저 중심이며, QR 스캔으로 모바일 현장 입력을 지원합니다.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배포: Render (main 브랜치 자동 배포) · DB: PostgreSQL/SQLite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로그인 · 가입 · 내 계정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로그인: /admin/login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회원가입: /admin/signup → 관리자 승인 후 사용 가능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내 계정: /admin/account (모든 로그인 사용자 접근)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OpenAI API 키·모델 설정 (AI 상세분석·대화·위험성평가)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비밀번호 변경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최초 관리자: 환경변수 ADMIN_ID / ADMIN_PW (배포 시 변경 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4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02  메뉴 구성 (PC 사이드바)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Dashboard · 주요설비 일정 · 공지사항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사업장/건물 · 설비관리 · 점검(PM)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점검일지 · 점검일지2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정비접수/승인(정비섹션) · 정비 List(D-1)/협력사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작업허가/승인(시설섹션) · 가로등 · AI 분석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서버관리 · 위험성평가 · 자재관리 · 협력사 · 계정관리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메뉴는 계정별 menu_access로 개별 허용·차단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5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역할 · 권한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역할: 시스템관리자 · 사업장관리자 · 그룹장 · 파트장 ·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시설담당자 · 협력사 · 외부업체 · 조회전용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CRUD: can_create / can_edit / can_delete (역할 기본값 + 계정별 조정)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시스템관리자 전용: 서버관리, 계정관리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협력사·외부업체: 설비/PM/점검일지/시설섹션/가로등 메뉴 기본 차단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조회전용: 읽기만 가능 (추가·수정·삭제 불가)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6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03  Dashboard (운영 현황)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/admin/dashboard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KPI: 사업장·건물·설비·PM 지연·정비의뢰·점검 현황 등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위젯: 정비현황 · 사업장현황 · 에너지 · 오늘 일정 · 공지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위젯 순서·표시 여부·레이아웃(gallery/bento) 사용자 설정 가능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30초 간격 자동 갱신 (캐시 TTL)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7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04  사업장 · 건물 · 설비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사업장/건물: /admin/sites — 사업장·건물·층·구역 CRUD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도면·표준서 파일 업로드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설비관리: /admin/equipment — 설비 등록·수정·삭제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사업장·건물별 트리 탐색 · 상세 스펙·이력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엑셀 일괄 Import / Export (전체·건물별)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QR 코드 생성 (개별 PNG · 건물별 ZIP)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설비에서 정비의뢰·PM·점검일지 바로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8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설비 QR · 현장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설비 QR URL: {BASE}/eq/{설비코드}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모바일에서 설비 상세·정비의뢰·PM 점검·일지 작성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점검일지(로그인 불필요): {BASE}/eq/{코드}/log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PNG: /admin/equipment/{id}/qr.png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건물 일괄 QR ZIP: /admin/equipment/building/{building_id}/qr-zip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PUBLIC_BASE_URL 환경변수로 QR 도메인 고정 (배포 URL과 일치 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9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05  점검(PM) — 예방점검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점검 일정 등록: 매일/매주/매월/분기/반기/연간/사용자정의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점검 실행 → 결과: 정상 / 주의 / 고장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지연·기한 필터 · 엑셀 Export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현장 점검: /eq/{코드} → PM 점검 (고장 시 정비의뢰 연계)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10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06  점검일지1 — 엑셀 기반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/admin/inspection-logs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건물별 점검일지 등록 → 엑셀 파일 업로드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OnlyOffice 또는 레거시 편집기로 웹 편집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연결 일지 작성: {BASE}/eq/{코드}/log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건물 추가·삭제 시 사이드바 메뉴 즉시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11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07  점검일지2 — 웹 운영일보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/admin/inspection-logs2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건물명으로 유형 자동 판별 → 전용 웹 화면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1일 입력 · 일 마감(close-day) · 월보/년보 엑셀 Export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QR로 현장 1일 입력 (로그인 불필요)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마감 시 엑셀 아카이브 생성·다운로드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유형: 주택변전소 · 중앙관제실 · 중앙관제실(설비) · 제철소본부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12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점검일지2 — 주택변전소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판별: 건물명에 '주택변전소' 포함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관리: /admin/inspection-logs2/{id}/housing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1일 입력: {BASE}/hs/{건물코드}/daily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전력·운전 데이터 자동 집계 · 월보/년보 kWh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PNG: .../housing/qr.png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13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점검일지2 — 중앙관제실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판별: 건물명 '중앙관제실' (설비 유형 제외)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관리: /admin/inspection-logs2/{id}/central-control-room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1일 입력: {BASE}/ccr/{건물코드}/daily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일·월·년 엑셀 Export · 아카이브 다운로드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PNG: .../central-control-room/qr.png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14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점검일지2 — 중앙관제실(설비)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판별: 건물명 '중앙관제실(설비)'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관리: /admin/inspection-logs2/{id}/ccr-facility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1일 입력: {BASE}/ccrf/{건물코드}/daily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설비별 운전·점검 항목 웹 입력 · daily Export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PNG: .../ccr-facility/qr.png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15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점검일지2 — 제철소본부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판별: 건물명 '제철소본부'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관리: /admin/inspection-logs2/{id}/steelworks-hq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1일 입력: {BASE}/swhq/{건물코드}/daily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NO.1/NO.2 수전 배율 12000 · 일사용량 kWh 자동 계산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전일 월누계 기반 일일·월누계 재계산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PNG: .../steelworks-hq/qr.png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16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08  정비 프로세스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설비 QR·관리 화면·수동 접수 → 정비의뢰(received)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→ 배정(assigned) → D-1 승인 → D-1 계획 보드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→ 작업허가 요청 → 시설섹션 승인(permit)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→ in_progress → completed → verified → closed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정비섹션·D-1·시설섹션 메뉴에 신규 건수 배지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17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정비접수/승인 (정비섹션)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/admin/work-orders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정비의뢰 목록·상태 필터·상세 조회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D-1 승인 · 일괄 D-1 승인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작업허가 요청(request-approval) → 시설섹션으로 전달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엑셀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18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정비 List(D-1) / 협력사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/admin/d1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D-1 계획 보드 · 협력사별 작업 필터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단계 진행: draft → review → approved → JSA → TBM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→ permit → 진행 → 완료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협력사 계정과 partner_id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19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작업허가/승인 (시설섹션)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/admin/facility-section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보드: 전일(day_before) · 당일(today) · 예정(scheduled) · 전체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작업허가 승인 · 일괄 승인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협력사별 위험등급·기본값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20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09  자재관리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/admin/materials (팝업: ?popup=1)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품목 등록 · 입고(stock-in) · 출고(stock-out)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그룹 관리 · 재고 로그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엑셀 Import / Export · 초기화(reset)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설비 화면에서 팝업으로 연동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21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협력사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/admin/partners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협력사 코드·담당자·계약종료일 관리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정비의뢰 D-1·시설섹션에서 partner_id 필터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협력사·외부업체 계정: partner_id 또는 company_name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22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위험성평가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/admin/risk-assessment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작업명 + 4M+1E(인·기계·재료·방법·환경) 입력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대분류·프리셋 선택 · AI 보조 평가 (OpenAI API 키 필요)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과거 평가 문서 업로드·학습으로 사내 기준 반영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HTML / Excel 보고서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23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10  AI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/admin/ai-analysis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집계 Q&amp;A: DB 스냅샷 기반 즉시 답변 (API 키 불필요)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GPT 상세 모드: FMS 전체 컨텍스트 + GPT 분석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데이터 범위: 사업장·설비·정비·PM·D-1·점검일지1/2·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자재·공지·일정·가로등·주택변전소 월보 전력 등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API 설정: 내 계정 또는 AI 분석 화면에서 OpenAI 키·모델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24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AI 대화형 채팅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/admin/ai-analysis (채팅 패널)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API: POST /admin/ai-analysis/chat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세션별 최대 20턴 대화 이력 유지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질문 의도 자동 분류 → 관련 DB 섹션 강화 조회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GPT 응답 + 집계 근거(evidence) 병행 표시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OpenAI API 키 미설정 시 버튼 활성 + 안내 메시지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25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가로등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공개 의뢰: {BASE}/lamp/{가로등코드}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정비 유형 선택 → 접수 · /status 로 조회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관리: /admin/streetlamp/requests — 목록·상태·삭제·Export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QR 일괄: /admin/streetlamp/qr-zip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설정: SMS/메일 알림 · CSV import · 일일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26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주요설비 일정 · 공지사항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일정: /admin/schedules — 캘린더 등록·삭제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카테고리: 긴급 / 점검 / 작업 / 검수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공지: /admin/notices — 등록·삭제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카테고리: 긴급 / 안전 / 일반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Dashboard 위젯과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27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11  QR · URL 정리 (부록)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설비: {BASE}/eq/{코드}  ·  일지: .../eq/{코드}/log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주택변전소: {BASE}/hs/{코드}/daily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중앙관제실: {BASE}/ccr/{코드}/daily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중앙관제실(설비): {BASE}/ccrf/{코드}/daily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제철소본부: {BASE}/swhq/{코드}/daily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가로등: {BASE}/lamp/{코드}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{BASE} = PUBLIC_BASE_URL 또는 사이트 도메인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28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12  서버관리 (시스템관리자)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/admin/server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서버 상태: Render 배포·DB·디스크·메모리·CPU (30초 갱신)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전체 백업 ZIP: /admin/server/backup.zip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맑은 고딕"/>
              </a:rPr>
              <a:t>· 점검일지·도면·표준서 + DB 업무 데이터 엑셀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사용 매뉴얼 PPT: /admin/server/manual.pptx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발표자료 PPT: /admin/server/presentation.pptx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29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계정관리 (시스템관리자)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경로: /admin/users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가입 승인 · 역할 지정 · CRUD 권한 조정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메뉴 접근(menu_access) 개별 설정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협력사·외부업체 partner_id / company_name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30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부록 — 점검일지2 유형·URL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주택변전소     → /hs/{code}/daily     → .../housing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중앙관제실     → /ccr/{code}/daily    → .../central-control-room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중앙관제실(설비) → /ccrf/{code}/daily → .../ccr-facility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제철소본부     → /swhq/{code}/daily   → .../steelworks-hq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리다이렉트 우선순위: 주택 → 제철소 → CCR(설비) → CCR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31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D7A"/>
                </a:solidFill>
                <a:latin typeface="맑은 고딕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Smart FMS 사용자 매뉴얼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문의: 시스템관리자 · POSCO WIDE Smart FMS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맑은 고딕"/>
              </a:rPr>
              <a:t>• 서버관리 → 「사용 매뉴얼 PPT 받기」에서 최신본 다운로드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6400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맑은 고딕"/>
              </a:rPr>
              <a:t>32 /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