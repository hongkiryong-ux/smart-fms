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Smart FMS</a:t>
            </a:r>
          </a:p>
          <a:p>
            <a:r>
              <a:t>사용 매뉴얼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CCDDEE"/>
                </a:solidFill>
              </a:defRPr>
            </a:pPr>
            <a:r>
              <a:t>POSCO WIDE 통합 시설관리 플랫폼</a:t>
            </a:r>
          </a:p>
          <a:p>
            <a:pPr>
              <a:spcAft>
                <a:spcPts val="600"/>
              </a:spcAft>
              <a:defRPr sz="1800">
                <a:solidFill>
                  <a:srgbClr val="CCDDEE"/>
                </a:solidFill>
              </a:defRPr>
            </a:pPr>
            <a:r>
              <a:t>Facility Management System</a:t>
            </a:r>
          </a:p>
          <a:p>
            <a:pPr>
              <a:spcAft>
                <a:spcPts val="600"/>
              </a:spcAft>
              <a:defRPr sz="1800">
                <a:solidFill>
                  <a:srgbClr val="CCDDEE"/>
                </a:solidFill>
              </a:defRPr>
            </a:pPr>
            <a:r>
              <a:t>예방점검 · 정비(CMMS) · 점검일지 · QR 현장운영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ABBCC"/>
                </a:solidFill>
              </a:defRPr>
            </a:pPr>
            <a:r>
              <a:t>POSCO WIDE Smart FMS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목차 · 이 매뉴얼의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01 시스템 개요·접속 — Smart FMS 범위, 로그인/가입, 화면 구성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02 메뉴·권한 — PC/모바일 메뉴, 역할별 CRUD·메뉴 접근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03 Dashboard — KPI 위젯, 레이아웃·설정, 카드 클릭 이동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04 사업장·건물·설비 — 계층 구조, 도면/표준서, QR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05 엑셀 Import/Export — 건물별·일괄(폴더) 대체 Import, Export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06 점검(PM)·점검일지 — 주기/결과, OnlyOffice·편집 잠금, QR 일지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07 정비관리 3단계 — 접수/승인 → D-1 → 작업허가/승인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08 가로등·위험성평가·자재·협력사 — 부가 모듈 운영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09 QR 현장·계정·백업 — 공개 URL, 서버 ZIP 백업, 빠른 참조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읽는 방법: 각 장은 「제목 + 상세 절차」가 한 페이지에 정리되어 있습니다.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화면 경로는 /admin/... 형식이며, QR·가로등 일부는 로그인 없이 사용합니다.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01 · 시스템 개요 및 접속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Smart FMS란?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사업장→건물→층→구역→설비를 계층 관리하는 통합 시설관리(FMS)입니다.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예방점검(PM), 정비(CMMS), 점검일지(엑셀), D-1 작업허가, 가로등 QR, 자재·협력사를 한 플랫폼에서 운영합니다.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접속·계정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관리자 로그인: /admin/login  →  성공 시 /admin/dashboard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가입 신청: /admin/signup (아이디·이름·역할·회사·비밀번호) → 시스템관리자 승인 후 사용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내 계정: /admin/account (본인 정보·비밀번호 변경)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최초 배포 시 admin 계정 자동 생성 (비밀번호: 서버 환경변수 ADMIN_PW)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화면 구성 요약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PC: 좌측 사이드바 전체 메뉴 · 설비/점검일지는 건물 목록 펼침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모바일(약 900px 이하): 햄버거 메뉴 · QR 설비·일지작성이 주 사용 환경 · PWA 홈 추가 가능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자재관리는 메뉴 클릭 시 별도 팝업 창으로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문의·권한 문제는 시스템관리자에게 요청하세요.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02 · 메뉴 구조 (PC 사이드바)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모바일에서는 정비관리 하위 메뉴 중심이며, Dashboard·설비 등은 URL 직접 접근도 가능합니다.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7624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메뉴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경로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주요 기능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KPI·사업장 현황·위젯 설정</a:t>
                      </a:r>
                    </a:p>
                  </a:txBody>
                  <a:tcPr/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사업장/건물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/admin/sites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사업장·건물·층·구역·도면·표준서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설비관리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분류별 설비·엑셀·QR·정비의뢰</a:t>
                      </a:r>
                    </a:p>
                  </a:txBody>
                  <a:tcPr/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점검(PM)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/admin/pm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예방점검 주기·결과·Excel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점검일지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/admin/inspection-logs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건물별 엑셀 일지·편집·연결</a:t>
                      </a:r>
                    </a:p>
                  </a:txBody>
                  <a:tcPr/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정비접수/승인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/admin/work-orders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정비섹션 CMMS 접수·진행·완료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 List(D-1)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 작업·허가 요청</a:t>
                      </a:r>
                    </a:p>
                  </a:txBody>
                  <a:tcPr/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작업허가/승인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/admin/facility-section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시설섹션 최종 작업허가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가로등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/admin/streetlamp/requests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QR 가로등 정비·리포트</a:t>
                      </a:r>
                    </a:p>
                  </a:txBody>
                  <a:tcPr/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위험성평가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/admin/risk-assessment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JSA·5M1E·HTML/Excel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자재·협력사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/admin/materials · /partners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재고·입출고 · 협력사 마스터</a:t>
                      </a:r>
                    </a:p>
                  </a:txBody>
                  <a:tcPr/>
                </a:tc>
              </a:tr>
              <a:tr h="3376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계정·서버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/admin/users · /server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승인·권한 · 상태·ZIP 백업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메뉴 표시는 역할·개별 메뉴 권한에 따라 달라질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02 · 사용자 역할 및 권한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가입(/admin/signup) → 계정관리에서 승인/거절 → 계정별 CRUD·메뉴 접근을 개별 지정할 수 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본인 계정의 역할 변경·삭제는 불가합니다. 계정·서버 메뉴는 시스템관리자 전용입니다.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471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역할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기본 CRUD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접근 범위 · 비고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시스템관리자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전체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모든 메뉴 + 계정관리·서버관리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사업장관리자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계정·서버 제외 · 운영 전반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그룹장 / 파트장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계정·서버 제외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시설담당자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시설·정비·점검 중심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 / 외부업체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수정 위주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정비·D-1·작업 관련 중심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조회전용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조회만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 불가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03 · Dashboard (운영 현황)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무엇을 보나?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사업장·건물·설비 수, PM(금일 계획·완료·지연), 정비(의뢰·미해결·완료), D-1 등 KPI를 한눈에 확인합니다.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사업장 현황 카드의 지표를 클릭하면 해당 정비 목록(필터 적용)으로 이동합니다.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사용 방법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경로: /admin/dashboard  ·  약 30초 주기 자동 갱신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레이아웃: /admin/dashboard/layouts — 운영(ops) / 한눈에(bento) / 시설(gallery)</a:t>
            </a:r>
          </a:p>
          <a:p>
            <a:pPr lvl="1">
              <a:spcAft>
                <a:spcPts val="400"/>
              </a:spcAft>
              <a:defRPr sz="1200">
                <a:solidFill>
                  <a:srgbClr val="666666"/>
                </a:solidFill>
              </a:defRPr>
            </a:pPr>
            <a:r>
              <a:t>  · 설정: /admin/dashboard/settings — 위젯 표시·순서(드래그) 조정 후 저장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KPI 카드·사업장 행을 눌러 하위 화면으로 바로 들어가 조치(정비 접수·점검)를 이어가면 효율적입니다.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권한에 따라 일부 위젯·메뉴가 숨겨질 수 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04 · 사업장 · 건물 · 설비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6EB8"/>
                </a:solidFill>
              </a:defRPr>
            </a:pPr>
            <a:r>
              <a:t>사업장 / 건물 (/admin/sites)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계층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사업장 → 건물 → 층 → 구역 → 설비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주요 작업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사업장·건물 등록·수정·삭제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같은 사업장 내 건물명·코드 중복 불가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건물 상세: 층·구역 추가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도면·표준서 첨부 (파일당 최대 약 20MB)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주의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건물 삭제·비활성 시 하위 설비·일지 연계를 확인하세요.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051560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6EB8"/>
                </a:solidFill>
              </a:defRPr>
            </a:pPr>
            <a:r>
              <a:t>설비관리 (/admin/equipment)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173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건물 선택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사이드바 또는 건물 카드에서 건물 선택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기능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분류(엑셀 시트명)별 설비 목록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상세: 사양·정비이력·점검·의뢰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정비의뢰 접수, 변경 로그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QR PNG / ZIP 다운로드 → 현장 부착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단일 설비 Excel 내보내기·가져오기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상세 팝업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목록에서 설비 행을 열면 이력·의뢰를 바로 확인·처리할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설비 템플릿(/admin/templates)은 URL 직접 접근으로 종류·점검항목을 관리합니다.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05 · 설비 엑셀 Import / Export (대체 방식)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공통 경고 (Import 시 반드시 확인)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승인하면 해당 범위의 기존 사양·정비이력·점검이력·점검주기·정비의뢰 등이 사라지고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엑셀에 있는 내용으로 전부 대체됩니다. 진행 전 ZIP 백업 또는 엑셀 Export를 권장합니다.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건물별 Import (/admin/equipment/import)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건물 선택 → xls/xlsx 업로드 → 경고 확인 → 시트별 설비 + 정비/점검이력 반영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총괄·표지 등 메타 시트는 제외, 시트명 = 설비 분류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건물 일괄 Import (폴더 선택)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폴더를 선택하면 안의 모든 엑셀(.xls/.xlsx)을 파일명(건물명)에 매칭해 일괄 대체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확인창에 엑셀 개수·대체 안내가 표시됩니다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Export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건물「엑셀 출력」→ {건물명}_설비현황.xlsx (시트 + 정비이력 + 점검이력)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설비「Excel 내보내기」→ 사양·정비·점검·주기·정비의뢰 전체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단일 설비 가져오기는 xlsx 권장(내보내기 형식과 동일). 일괄은 폴더 내 엑셀만 처리합니다.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06 · 점검(PM) · 점검일지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6EB8"/>
                </a:solidFill>
              </a:defRPr>
            </a:pPr>
            <a:r>
              <a:t>예방점검 PM (/admin/pm)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탭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점검목록 / 주기설정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주기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일·주·월·분기·반기·연·사용자지정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결과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정상 / 주의 / 고장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이상 시 정비의뢰 연계 가능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기타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Excel 내보내기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QR(/eq/{코드})에서도 PM 등록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일정·담당자·다음예정일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051560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6EB8"/>
                </a:solidFill>
              </a:defRPr>
            </a:pPr>
            <a:r>
              <a:t>점검일지 (/admin/inspection-logs)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173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준비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1) 건물 등록  2) 엑셀 업로드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3)「이 파일로 연결」(건물당 1개)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편집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OnlyOffice 또는 브라우저 간단 편집기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경로: .../files/{id}/edit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마지막 편집 셀 위치 저장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동시 편집 잠금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다른 사용자가 편집 중이면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편집자 이름이 안내되고 대기합니다.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편집 종료·이탈 시 잠금 해제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QR 일지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/eq/{코드}/log → 연결 엑셀 바로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OnlyOffice는 docker-compose.onlyoffice.yml 로 구성할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07 · 정비관리 3단계 워크플로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① 정비접수/승인 (정비섹션)  —  /admin/work-orders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정비의뢰 접수 → 정비진행 → 정비완료. 협력사 지정 후 D-1 일괄/개별 승인.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메뉴 배지로 신규·미처리 건을 확인할 수 있습니다.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② 정비 List(D-1)/협력사  —  /admin/d1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D-1 승인된 건만 표시. 예정일·조치·진행상태 편집 후 작업허가 승인요청(개별·일괄).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보드 필터: 전체 / 접수 / 오늘 / 내일 / 예정 / 완료 등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③ 작업허가/승인 (시설섹션)  —  /admin/facility-section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잠재위험·안전대책 확인(협력사 기본값·엑셀 매칭) 후 작업허가 최종 승인.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필터: 하루전 / 당일 / 예정 / 전체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완료 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정비완료 시 해당 설비의 정비이력에 자동 등록됩니다. (중복 방지 로직 적용)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D-1 승인 상태(d1_approved)가 되어야 협력사 D-1 목록에 노출됩니다.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08 · 가로등 · 위험성평가 · 자재 · 협력사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6EB8"/>
                </a:solidFill>
              </a:defRPr>
            </a:pPr>
            <a:r>
              <a:t>가로등 · 위험성평가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가로등 (/admin/streetlamp/requests)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정비의뢰 목록·상태·메모·Excel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QR ZIP(전체/구역별), CSV·엑셀 일괄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일일 리포트 메일·SMS 설정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시민·현장 (로그인 불필요)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/lamp/{코드} 가로등 정비 의뢰</a:t>
            </a:r>
          </a:p>
          <a:p>
            <a:pPr lvl="1">
              <a:spcAft>
                <a:spcPts val="400"/>
              </a:spcAft>
              <a:defRPr sz="1100">
                <a:solidFill>
                  <a:srgbClr val="666666"/>
                </a:solidFill>
              </a:defRPr>
            </a:pPr>
            <a:r>
              <a:t>  · /status 이름+전화 4자리로 진행 조회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위험성평가 (/admin/risk-assessment)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로컬/AI 모드, JSA·5M1E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HTML·Excel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051560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6EB8"/>
                </a:solidFill>
              </a:defRPr>
            </a:pPr>
            <a:r>
              <a:t>자재 · 협력사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173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자재관리 (/admin/materials)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메뉴 클릭 시 팝업 창으로 열림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그룹별 재고, 입출고, Excel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협력사 (/admin/partners)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업체·담당·연락·계약만료 관리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D-1·작업허가·시설섹션의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잠재위험·안전대책 기본값 연동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시트명=업체명 엑셀 카탈로그 지원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300" b="1">
                <a:solidFill>
                  <a:srgbClr val="006EB8"/>
                </a:solidFill>
              </a:defRPr>
            </a:pPr>
            <a:r>
              <a:t>■ 운영 팁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협력사 기본값을 먼저 맞춰 두면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승인 모달 입력이 빨라집니다.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09 · QR 현장 URL · 계정 · 서버 백업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QR 일지: 점검일지에서 건물 등록→엑셀 업로드→「이 파일로 연결」→ 현장 QR「일지작성」.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ZIP 백업은 무압축 스트리밍이며, Import 전·대규모 변경 전 받아 두는 것을 권장합니다.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471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구분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URL / 경로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설비 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/eq/{설비코드}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로그인 없이 조회·PM·정비이력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일지작성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/eq/{코드}/log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연결 엑셀 바로 편집·저장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가로등 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/lamp/{코드}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시민 정비 의뢰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진행조회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/status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가로등 진행(이름+전화 4자리)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가입 승인·역할·CRUD·메뉴 (관리자)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서버관리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/admin/server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CPU·메모리·디스크·DB · 30초 갱신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ZIP 백업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/admin/server/backup.zip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files/ + excel/설비현황·상세 + 업무데이터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/health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서비스 생존 확인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※ files/는 점검일지·도면·표준서 원본, excel/은 UI Export와 동일 형식입니다.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3876"/>
                </a:solidFill>
              </a:defRPr>
            </a:pPr>
            <a:r>
              <a:t>09 · URL 빠른 참조 · 문의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기본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로그인 /admin/login  ·  가입 /admin/signup  ·  Dashboard /admin/dashboard  ·  내 계정 /admin/account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시설·점검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사업장 /admin/sites  ·  설비 /admin/equipment  ·  Import /admin/equipment/import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PM /admin/pm  ·  점검일지 /admin/inspection-logs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정비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접수/승인 /admin/work-orders  ·  D-1 /admin/d1  ·  시설섹션 /admin/facility-section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1400" b="1">
                <a:solidFill>
                  <a:srgbClr val="006EB8"/>
                </a:solidFill>
              </a:defRPr>
            </a:pPr>
            <a:r>
              <a:t>■ 기타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가로등 /admin/streetlamp/requests  ·  자재 /admin/materials  ·  협력사 /admin/partners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계정 /admin/users  ·  서버 /admin/server</a:t>
            </a:r>
          </a:p>
          <a:p>
            <a:pPr>
              <a:spcAft>
                <a:spcPts val="400"/>
              </a:spcAft>
              <a:defRPr sz="600"/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사용 중 오류·권한·데이터 복구는 시스템관리자에게 문의하세요.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POSCO WIDE  ·  Smart FMS 사용 매뉴얼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CCDDEE"/>
                </a:solidFill>
              </a:defRPr>
            </a:pPr>
            <a:r>
              <a:t>Smart FMS 사용 중 문의는 시스템관리자에게 연락하세요.</a:t>
            </a:r>
          </a:p>
          <a:p>
            <a:pPr>
              <a:spcAft>
                <a:spcPts val="600"/>
              </a:spcAft>
              <a:defRPr sz="1800">
                <a:solidFill>
                  <a:srgbClr val="CCDDEE"/>
                </a:solidFill>
              </a:defRPr>
            </a:pPr>
            <a:r>
              <a:t>본 매뉴얼은 화면·권한 설정에 따라 일부 메뉴가 다르게 보일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ABBCC"/>
                </a:solidFill>
              </a:defRPr>
            </a:pPr>
            <a:r>
              <a:t>POSCO WIDE Smart FMS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